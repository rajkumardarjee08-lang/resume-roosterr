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2700000">
            <a:off x="7315200" y="-914400"/>
            <a:ext cx="2743200" cy="2743200"/>
          </a:xfrm>
          <a:prstGeom prst="triangl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>
                <a:solidFill>
                  <a:srgbClr val="38BDF8"/>
                </a:solidFill>
                <a:latin typeface="Arial Black"/>
              </a:defRPr>
            </a:pPr>
            <a:r>
              <a:t>Resume Rooster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A855F7"/>
                </a:solidFill>
              </a:defRPr>
            </a:pPr>
            <a:r>
              <a:t>Your Personal AI Interview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5720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8000"/>
            </a:pPr>
            <a:r>
              <a:t>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2700000">
            <a:off x="7315200" y="-914400"/>
            <a:ext cx="2743200" cy="2743200"/>
          </a:xfrm>
          <a:prstGeom prst="triangl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>
                <a:solidFill>
                  <a:srgbClr val="38BDF8"/>
                </a:solidFill>
                <a:latin typeface="Arial Black"/>
              </a:defRPr>
            </a:pPr>
            <a:r>
              <a:t>The Challenge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EF4444"/>
                </a:solidFill>
              </a:defRPr>
            </a:pPr>
            <a:r>
              <a:t>The Problem</a:t>
            </a:r>
          </a:p>
          <a:p>
            <a:pPr>
              <a:spcBef>
                <a:spcPts val="1000"/>
              </a:spcBef>
              <a:defRPr sz="2000">
                <a:solidFill>
                  <a:srgbClr val="F1F5F9"/>
                </a:solidFill>
              </a:defRPr>
            </a:pPr>
            <a:r>
              <a:t>Mock interviews are expensive or require a partner. Candidates struggle to articulate their specific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22C55E"/>
                </a:solidFill>
              </a:defRPr>
            </a:pPr>
            <a:r>
              <a:t>The Solution</a:t>
            </a:r>
          </a:p>
          <a:p>
            <a:pPr>
              <a:spcBef>
                <a:spcPts val="1000"/>
              </a:spcBef>
              <a:defRPr sz="2000">
                <a:solidFill>
                  <a:srgbClr val="F1F5F9"/>
                </a:solidFill>
              </a:defRPr>
            </a:pPr>
            <a:r>
              <a:t>Resume Rooster acts as a hiring manager. It reads your PDF resume and grills you on your specific history, providing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2700000">
            <a:off x="7315200" y="-914400"/>
            <a:ext cx="2743200" cy="2743200"/>
          </a:xfrm>
          <a:prstGeom prst="triangl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>
                <a:solidFill>
                  <a:srgbClr val="38BDF8"/>
                </a:solidFill>
                <a:latin typeface="Arial Black"/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📄 PDF Parsing: Extracts text from resumes.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🤖 Dynamic Questioning: Tailored to your skills.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🗣️ Verbal Practice: Uses speech recognition.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📊 Performance Review: detailed critique of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2700000">
            <a:off x="7315200" y="-914400"/>
            <a:ext cx="2743200" cy="2743200"/>
          </a:xfrm>
          <a:prstGeom prst="triangl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>
                <a:solidFill>
                  <a:srgbClr val="38BDF8"/>
                </a:solidFill>
                <a:latin typeface="Arial Black"/>
              </a:defRPr>
            </a:pPr>
            <a:r>
              <a:t>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🎓 New graduates entering the workforce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💼 Professionals pivoting careers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🔧 Technical candidates practicing behavioral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2700000">
            <a:off x="7315200" y="-914400"/>
            <a:ext cx="2743200" cy="2743200"/>
          </a:xfrm>
          <a:prstGeom prst="triangl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>
                <a:solidFill>
                  <a:srgbClr val="38BDF8"/>
                </a:solidFill>
                <a:latin typeface="Arial Black"/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Frontend: HTML5, Tailwind CSS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PDF: PDF.js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AI: Google Gemini 1.5 Flash API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Audio: Web Speech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2700000">
            <a:off x="7315200" y="-914400"/>
            <a:ext cx="2743200" cy="2743200"/>
          </a:xfrm>
          <a:prstGeom prst="triangl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>
                <a:solidFill>
                  <a:srgbClr val="38BDF8"/>
                </a:solidFill>
                <a:latin typeface="Arial Black"/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Video analysis (body language)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Role-specific interview personas (e.g., 'Strict CTO')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Resume rewriting suggestions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2700000">
            <a:off x="7315200" y="-914400"/>
            <a:ext cx="2743200" cy="2743200"/>
          </a:xfrm>
          <a:prstGeom prst="triangl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>
                <a:solidFill>
                  <a:srgbClr val="38BDF8"/>
                </a:solidFill>
                <a:latin typeface="Arial Black"/>
              </a:defRPr>
            </a:pPr>
            <a:r>
              <a:t>Thank You!</a:t>
            </a:r>
          </a:p>
          <a:p>
            <a:pPr algn="ctr">
              <a:defRPr sz="2400">
                <a:solidFill>
                  <a:srgbClr val="A855F7"/>
                </a:solidFill>
              </a:defRPr>
            </a:pPr>
            <a:r>
              <a:t>Built with Google Gemini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